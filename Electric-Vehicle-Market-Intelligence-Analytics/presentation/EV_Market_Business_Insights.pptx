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Models Launched</c:v>
                </c:pt>
              </c:strCache>
            </c:strRef>
          </c:tx>
          <c:spPr>
            <a:solidFill>
              <a:srgbClr val="1B4B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2010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  <c:pt idx="10">
                    <c:v>2024</c:v>
                  </c:pt>
                  <c:pt idx="11">
                    <c:v>2025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12</c:v>
                </c:pt>
                <c:pt idx="6">
                  <c:v>25</c:v>
                </c:pt>
                <c:pt idx="7">
                  <c:v>30</c:v>
                </c:pt>
                <c:pt idx="8">
                  <c:v>38</c:v>
                </c:pt>
                <c:pt idx="9">
                  <c:v>53</c:v>
                </c:pt>
                <c:pt idx="10">
                  <c:v>50</c:v>
                </c:pt>
                <c:pt idx="11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D1B2A"/>
                </a:solidFill>
                <a:latin typeface="Arial"/>
              </a:rPr>
              <a:t>Model Count by Market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B43"/>
              </a:solidFill>
              <a:effectLst/>
            </c:spPr>
          </c:dPt>
          <c:dPt>
            <c:idx val="1"/>
            <c:bubble3D val="0"/>
            <c:spPr>
              <a:solidFill>
                <a:srgbClr val="00E5A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Global Market</c:v>
                </c:pt>
                <c:pt idx="1">
                  <c:v>Chinese Market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155</c:v>
                </c:pt>
                <c:pt idx="1">
                  <c:v>88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B6B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D1B2A"/>
                </a:solidFill>
                <a:latin typeface="Arial"/>
              </a:rPr>
              <a:t>Top Body Styles (All Markets)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Crossover SUV</c:v>
                  </c:pt>
                  <c:pt idx="1">
                    <c:v>Sedan</c:v>
                  </c:pt>
                  <c:pt idx="2">
                    <c:v>Hatchback</c:v>
                  </c:pt>
                  <c:pt idx="3">
                    <c:v>Liftback</c:v>
                  </c:pt>
                  <c:pt idx="4">
                    <c:v>MPV/Minivan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140</c:v>
                </c:pt>
                <c:pt idx="1">
                  <c:v>41</c:v>
                </c:pt>
                <c:pt idx="2">
                  <c:v>29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Models</c:v>
                </c:pt>
              </c:strCache>
            </c:strRef>
          </c:tx>
          <c:spPr>
            <a:solidFill>
              <a:srgbClr val="1B4B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Stellantis</c:v>
                  </c:pt>
                  <c:pt idx="1">
                    <c:v>Geely Group</c:v>
                  </c:pt>
                  <c:pt idx="2">
                    <c:v>General Motors</c:v>
                  </c:pt>
                  <c:pt idx="3">
                    <c:v>BYD Auto</c:v>
                  </c:pt>
                  <c:pt idx="4">
                    <c:v>Volkswagen Group</c:v>
                  </c:pt>
                  <c:pt idx="5">
                    <c:v>BMW Group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20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029200" cy="5029200"/>
          </a:xfrm>
          <a:prstGeom prst="ellipse">
            <a:avLst/>
          </a:prstGeom>
          <a:solidFill>
            <a:srgbClr val="1B4B4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00E5A0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EV MARKET ANALYTICS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Web-Scraped Data Analysis of the Production Electric Vehicle Market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50292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2519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Phase  |  requests + BeautifulSoup  →  Pandas  →  Streamlit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Wikipedia — List of Battery Electric Vehicles (243 real production models)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 Mohammed Kaif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production-EV data, scraped and analyzed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5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190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 Models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5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7190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5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190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5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71907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2010–26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Years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findings: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0789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launches accelerated sharply post-2020 — 132 of 243 tracked models launched 2023 onward.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SUV dominates body styles (140/243 models, 58%), and its share is still rising.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BEV-platform adoption jumped from 58% (2020) to 84% (2025) — automakers are moving off converted ICE platforms.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Chinese-market EVs now account for over a third (88/243) of tracked production models.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 Market Analytics  |  Real Scraped Data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HTML to production-ready insight — a fully reproducible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BeautifulSoup pull structured wikitables directly from Wikipedia's production EV listings.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78308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7373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Combine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Global-market and Chinese-market tables merged into one dataset with a Market flag.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178308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0" y="17373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Inspect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Deduplication, text standardization, missing-value audit, multi-value body-style splitting.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383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age, launch era, region grouping, manufacturer parent-group roll-up, SUV flag.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2461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480560" y="342900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383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3931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Chi-square, linear regression, and two-proportion z-tests validate every visual pattern.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2461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4F6F5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0" y="3429000"/>
            <a:ext cx="502920" cy="502920"/>
          </a:xfrm>
          <a:prstGeom prst="ellipse">
            <a:avLst/>
          </a:prstGeom>
          <a:solidFill>
            <a:srgbClr val="1B4B43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0" y="3383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Deck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0" y="3931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 for live exploration; this deck for executive presentation.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 Market Analytics  |  Real Scraped 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EV Launches Are Accelerating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upward trend confirmed via linear regression (p &lt; 0.05)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554480"/>
            <a:ext cx="3246120" cy="4572000"/>
          </a:xfrm>
          <a:prstGeom prst="roundRect">
            <a:avLst>
              <a:gd name="adj" fmla="val 2254"/>
            </a:avLst>
          </a:prstGeom>
          <a:solidFill>
            <a:srgbClr val="0D1B2A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82880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641080" y="27432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launched in 2023 alone — the single biggest year on record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823960" y="3886200"/>
            <a:ext cx="2331720" cy="1828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9" name="Text 6"/>
          <p:cNvSpPr/>
          <p:nvPr/>
        </p:nvSpPr>
        <p:spPr>
          <a:xfrm>
            <a:off x="8641080" y="411480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of 243 tracked models (54%) launched in just the last 4 years (2023-2026).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 Market Analytics  |  Real Scraped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China Is Now a Core Battleground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Body-style preference differs significantly by market (chi-square, p &lt; 0.05)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1554480"/>
          <a:ext cx="5577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 Market Analytics  |  Real Scraped Data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The Manufacturer Landscape Is Consolidating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Parent-group roll-up reveals concentration behind dozens of individual brand names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 Market Analytics  |  Real Scraped Data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4 — Automakers Are Betting on Purpose-Built EVs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BEV platform adoption and SUV share are both rising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4F6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BEV Platform Share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66160" y="2286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EV architecture is fast becoming the industry default rather than the exception — converted ICE platforms are on the way out.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SUV/Crossover Body-Style Share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286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AA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6364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2010-19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006840" y="2286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00684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9776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 confirms this shift is statistically significant, not random noise — SUVs are the new EV default body style.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 Market Analytics  |  Real Scraped 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patterns mean for product, market entry, and platform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457200" cy="4572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dedicated BEV platforms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2025 launches use purpose-built architecture — converted-ICE EVs risk looking dated to buyers and dealers alike.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4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8562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Crossover SUV body styles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4688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of all tracked models (and rising) are Crossover SUVs — this is the safest default body style for a new EV entry.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4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1422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China as a distinct product market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Body-style mix differs significantly between Global and Chinese markets — a one-size-fits-all model lineup will underperform.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388620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4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1422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continued launch-volume growth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7548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2010-2025 launch trend is statistically significant and upward — competitive intensity will keep increasing, not plateau.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 Market Analytics  |  Real Scraped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in This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Phase 1 of a 3-phase build across Data Analytics, Data Science, and Machine Learning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Scraping, cleaning, feature engineering, statistical testing, and this dashboard + deck.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B4B43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32918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modeling, clustering, and deeper explainability on the EV market dataset.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B4B43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32918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 packaged behind a live Streamlit prediction web app.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Mohammed Kaif  |  mohammedkaif8297@gmail.com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2026-08-23T18:33:15Z</dcterms:created>
  <dcterms:modified xsi:type="dcterms:W3CDTF">2026-08-23T18:33:15Z</dcterms:modified>
</cp:coreProperties>
</file>