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de_professional_presentation_slide_hero_ban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de_infographic_slide_on_a_beige_cream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de_clean_infographic_slide_layout_on_a_beige_c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clean_infographic_slide_layout_on_a_pale_cream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clean_infographic_slide_style_design_wide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wide_clean_infographic_slide_with_a_beige_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de_infographic_slide_image_in_a_clean_beige_cr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